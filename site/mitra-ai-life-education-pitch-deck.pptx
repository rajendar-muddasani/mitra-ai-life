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FOUNDER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6126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Aptos Display"/>
              </a:rPr>
              <a:t>Mitra AI Life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6126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DA"/>
                </a:solidFill>
                <a:latin typeface="Aptos"/>
              </a:rPr>
              <a:t>Practical AI learning for daily life in India, built English first and translated into Telugu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49039"/>
            <a:ext cx="1335024" cy="384048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803903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ptos"/>
              </a:rPr>
              <a:t>Beginner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3749039"/>
            <a:ext cx="1335024" cy="384048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3704" y="3803903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ptos"/>
              </a:rPr>
              <a:t>English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5304" y="3749039"/>
            <a:ext cx="1143000" cy="384048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3803903"/>
            <a:ext cx="996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ptos"/>
              </a:rPr>
              <a:t>Telugu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3749039"/>
            <a:ext cx="1527048" cy="384048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3803903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ptos"/>
              </a:rPr>
              <a:t>Free-first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3749039"/>
            <a:ext cx="1335024" cy="384048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803903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ptos"/>
              </a:rPr>
              <a:t>Visual lessons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914400"/>
            <a:ext cx="3931920" cy="123444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1024128"/>
            <a:ext cx="3602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Level 1 becomes the first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417320"/>
            <a:ext cx="3602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Mostly watch, listen, and feel the value before asking users to do much.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331720"/>
            <a:ext cx="3931920" cy="12344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2441448"/>
            <a:ext cx="3602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Level 2 builds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834640"/>
            <a:ext cx="3602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Hands-on daily-life wins turn curiosity into habit and prepare users for paid depth.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749039"/>
            <a:ext cx="3931920" cy="123444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3858767"/>
            <a:ext cx="3602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Premium lane stays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4251959"/>
            <a:ext cx="36027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Engineering project services remain distinct from mass-market beginner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BRAND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One clean naming stack across product, repo, and future company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03520" cy="283464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55648"/>
            <a:ext cx="4974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Public-facing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974336" cy="2212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Mitra AI Life Education</a:t>
            </a:r>
            <a:br/>
            <a:br/>
            <a:r>
              <a:t>Warm, clear, Indian-friendly, and flexible enough for lessons, community, and future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283464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55648"/>
            <a:ext cx="4928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Working system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48840"/>
            <a:ext cx="4928616" cy="2212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Workspace: Mitra_AI_Life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Repository: mitra-ai-life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Website title: Mitra AI Life Education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Future company: Mitra AI Life Education Private Limited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WHY THIS CAN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Most AI learning still starts too technical and too cold for the real mass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6868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3DA"/>
                </a:solidFill>
                <a:latin typeface="Aptos"/>
              </a:rPr>
              <a:t>The opportunity is becoming the trusted guide for parents, students, homemakers, and first-time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520440" cy="210312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23160"/>
            <a:ext cx="3191256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Most AI education is jargon-heavy, desktop-first, and disconnected from Indian daily routines.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520440" cy="21031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02996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423160"/>
            <a:ext cx="3191256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People want help with messages, learning, planning, budgeting, travel, and confidence, not model theory.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3474720" cy="21031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029968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423160"/>
            <a:ext cx="3145536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English-first content with Telugu adaptation creates a practical lane that is easier to trust and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FIRST-HOUR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Level 1 should feel like a guided show, not a rushed tutorial.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566160" cy="182880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92808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01  Wonder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86000"/>
            <a:ext cx="3236976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Open with polished stories and voice-led demos so the learner feels the possibility of AI in normal life.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66160" cy="18288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92808"/>
            <a:ext cx="3236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02 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86000"/>
            <a:ext cx="3236976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Explain what AI does well, where it can be wrong, and why human checking matters from day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474720" cy="18288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892808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03  Tiny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286000"/>
            <a:ext cx="3145536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Ask for only one or two simple actions near the end, then point clearly into the next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257800" cy="192024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4928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Level 1: First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389120"/>
            <a:ext cx="49286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45 to 60 minutes</a:t>
            </a:r>
            <a:br/>
            <a:br/>
            <a:r>
              <a:t>Mostly view, listen, and observe. Strong story flow. Minimal typing. Goal: trust and curiosity.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257800" cy="192024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995928"/>
            <a:ext cx="4928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Level 2: Daily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389120"/>
            <a:ext cx="49286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60 to 90 minutes</a:t>
            </a:r>
            <a:br/>
            <a:br/>
            <a:r>
              <a:t>Real hands-on tasks across messaging, study help, planning, and bilingual drafting. Goal: confidence and repeat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CURRICULUM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Free trust first, paid depth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417320" cy="228600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First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45 to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20240"/>
            <a:ext cx="1417320" cy="228600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Daily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60 to 90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920240"/>
            <a:ext cx="1417320" cy="22860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Smart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1 hour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100 INR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920240"/>
            <a:ext cx="1417320" cy="22860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Work 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2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200 INR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920240"/>
            <a:ext cx="1417320" cy="22860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Life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3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300 INR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920240"/>
            <a:ext cx="1417320" cy="22860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Power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4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512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400 INR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61320" y="1920240"/>
            <a:ext cx="1417320" cy="228600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2084832"/>
            <a:ext cx="1188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 Display"/>
              </a:rPr>
              <a:t>Build With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1048" y="2852928"/>
            <a:ext cx="1188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FB3DA"/>
                </a:solidFill>
                <a:latin typeface="Aptos"/>
              </a:rPr>
              <a:t>5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71048" y="349300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8FF"/>
                </a:solidFill>
                <a:latin typeface="Aptos"/>
              </a:rPr>
              <a:t>500 INR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663440"/>
            <a:ext cx="10789920" cy="82296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4773168"/>
            <a:ext cx="10460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Starter promise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166360"/>
            <a:ext cx="104607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Level 1 builds trust, Level 2 builds confidence, and Level 3 becomes the first paid upgrade.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LESSON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Teach one topic in multiple easy-to-consume formats.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29718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3852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Per lesson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191256" cy="2350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anchor story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comic or cartoon explainer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voice-led slide sequence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cheat sheet and recap page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worksheet and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297180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3852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Production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31720"/>
            <a:ext cx="3191256" cy="2350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write the master in simple English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generate visuals and voice assets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adapt meaning-first into Telugu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run human review before publishing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474720" cy="29718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938528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Trust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31720"/>
            <a:ext cx="3145536" cy="2350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no exaggerated claims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no blind trust in AI output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clear legal and safety disclaimers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separate premium services clearly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Publish small, measure honestly, then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377440" cy="274320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2140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2048256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Finalize brand, repo, landing message, and first free lesson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377440" cy="27432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2140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514600"/>
            <a:ext cx="2048256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Launch Levels 1 and 2 free, collect feedback, and validate beginner understanding.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2377440" cy="274320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12140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514600"/>
            <a:ext cx="2048256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Introduce paid Levels 3 to 5, combo pricing, progress tracking, and certificates.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011680"/>
            <a:ext cx="2377440" cy="274320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2121408"/>
            <a:ext cx="2048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Phase 3+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514600"/>
            <a:ext cx="2048256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Expand segments, then keep engineering project studio as a separate premium lane.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BUSINESS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Free acquisition feeds paid practical learning and premium services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224028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84247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Free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77439"/>
            <a:ext cx="3191256" cy="1618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Level 1 and Level 2 drive trust, reach, and word of mouth before payments are introduced.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224028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7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Paid curriculum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39"/>
            <a:ext cx="3191256" cy="1618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Levels 3 to 7 sell deeper results: communication, productivity, structured prompting, and creation.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474720" cy="224028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984247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Premium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77439"/>
            <a:ext cx="3145536" cy="1618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Engineering projects, implementation support, and institution-backed builds operate as a distinct high-support business.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26280"/>
            <a:ext cx="3520440" cy="96012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63600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Launch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029200"/>
            <a:ext cx="319125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100 early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526280"/>
            <a:ext cx="3520440" cy="9601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463600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Key free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5029200"/>
            <a:ext cx="319125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Level 1 completion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526280"/>
            <a:ext cx="3474720" cy="96012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4636008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Key paid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5029200"/>
            <a:ext cx="31455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Free-to-paid conversion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6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PLATFORM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Keep source content in GitHub. Keep heavy media in object storage.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86868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3DA"/>
                </a:solidFill>
                <a:latin typeface="Aptos"/>
              </a:rPr>
              <a:t>The repo should own lesson text, prompts, manifests, scripts, and site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257800" cy="3154680"/>
          </a:xfrm>
          <a:prstGeom prst="roundRect">
            <a:avLst/>
          </a:prstGeom>
          <a:solidFill>
            <a:srgbClr val="182A5E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4928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Source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68880"/>
            <a:ext cx="492861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Markdown lesson source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Prompt library and manifests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Planning docs and scripts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Static website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315468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075688"/>
            <a:ext cx="49286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Delivery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468880"/>
            <a:ext cx="492861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Cloudflare Pages or Vercel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Cloudflare R2 or S3-compatible storage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PostHog analytics</a:t>
            </a:r>
          </a:p>
          <a:p>
            <a:pPr>
              <a:spcAft>
                <a:spcPts val="600"/>
              </a:spcAft>
              <a:defRPr sz="1100">
                <a:solidFill>
                  <a:srgbClr val="9FB3DA"/>
                </a:solidFill>
                <a:latin typeface="Aptos"/>
              </a:defRPr>
            </a:pPr>
            <a:r>
              <a:t>Supabase for auth and progress 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28600"/>
            <a:ext cx="2743200" cy="2743200"/>
          </a:xfrm>
          <a:prstGeom prst="ellipse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20040"/>
            <a:ext cx="2377440" cy="2377440"/>
          </a:xfrm>
          <a:prstGeom prst="ellipse">
            <a:avLst/>
          </a:prstGeom>
          <a:solidFill>
            <a:srgbClr val="7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E1FF"/>
                </a:solidFill>
                <a:latin typeface="Aptos"/>
              </a:rPr>
              <a:t>IMMEDIATE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 Display"/>
              </a:rPr>
              <a:t>Ship the first impression before building the full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2560320"/>
          </a:xfrm>
          <a:prstGeom prst="roundRect">
            <a:avLst/>
          </a:prstGeom>
          <a:solidFill>
            <a:srgbClr val="182A5E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319125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Use the finalized brand stack, launch the black-and-blue founder deck, and shape Level 1 as a cinematic first hour.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20440" cy="2560320"/>
          </a:xfrm>
          <a:prstGeom prst="roundRect">
            <a:avLst/>
          </a:prstGeom>
          <a:solidFill>
            <a:srgbClr val="0E1838"/>
          </a:solidFill>
          <a:ln>
            <a:solidFill>
              <a:srgbClr val="68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212848"/>
            <a:ext cx="31912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06040"/>
            <a:ext cx="319125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Create the free lesson assets in English, then move into Telugu adaptation and feedback capture.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03120"/>
            <a:ext cx="3474720" cy="2560320"/>
          </a:xfrm>
          <a:prstGeom prst="roundRect">
            <a:avLst/>
          </a:prstGeom>
          <a:solidFill>
            <a:srgbClr val="0E1838"/>
          </a:solidFill>
          <a:ln>
            <a:solidFill>
              <a:srgbClr val="53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212848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606040"/>
            <a:ext cx="314553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>
                <a:solidFill>
                  <a:srgbClr val="9FB3DA"/>
                </a:solidFill>
                <a:latin typeface="Aptos"/>
              </a:defRPr>
            </a:pPr>
            <a:r>
              <a:t>Add payments, user progress, and premium project offerings only after the free experience proves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